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ce323551a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ce323551a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ce323551a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ce323551a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ce323551a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ce323551a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ce323551a7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ce323551a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hyperlink" Target="https://github.com/DPerrotta06/Supermarket-Mobile-App.git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311700" y="43509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 u="sng">
                <a:solidFill>
                  <a:schemeClr val="dk1"/>
                </a:solidFill>
              </a:rPr>
              <a:t>By: Daniel Perrotta &amp; Nicholas Marijon</a:t>
            </a:r>
            <a:endParaRPr u="sng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9900"/>
                </a:solidFill>
              </a:rPr>
              <a:t>Project Description</a:t>
            </a:r>
            <a:endParaRPr b="1">
              <a:solidFill>
                <a:srgbClr val="FF9900"/>
              </a:solidFill>
            </a:endParaRPr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800"/>
              <a:buChar char="●"/>
            </a:pPr>
            <a:r>
              <a:rPr lang="en-CA">
                <a:solidFill>
                  <a:srgbClr val="980000"/>
                </a:solidFill>
              </a:rPr>
              <a:t>An online supermarket application</a:t>
            </a:r>
            <a:endParaRPr>
              <a:solidFill>
                <a:srgbClr val="98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800"/>
              <a:buChar char="●"/>
            </a:pPr>
            <a:r>
              <a:rPr lang="en-CA">
                <a:solidFill>
                  <a:srgbClr val="980000"/>
                </a:solidFill>
              </a:rPr>
              <a:t>Buy from many categories</a:t>
            </a:r>
            <a:endParaRPr>
              <a:solidFill>
                <a:srgbClr val="98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800"/>
              <a:buChar char="●"/>
            </a:pPr>
            <a:r>
              <a:rPr lang="en-CA">
                <a:solidFill>
                  <a:srgbClr val="980000"/>
                </a:solidFill>
              </a:rPr>
              <a:t>Virtual cart and checkout</a:t>
            </a:r>
            <a:endParaRPr>
              <a:solidFill>
                <a:srgbClr val="98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9900"/>
                </a:solidFill>
              </a:rPr>
              <a:t>Screen Flows</a:t>
            </a:r>
            <a:endParaRPr b="1">
              <a:solidFill>
                <a:srgbClr val="FF9900"/>
              </a:solidFill>
            </a:endParaRPr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ct val="100000"/>
              <a:buChar char="●"/>
            </a:pPr>
            <a:r>
              <a:rPr lang="en-CA">
                <a:solidFill>
                  <a:srgbClr val="980000"/>
                </a:solidFill>
              </a:rPr>
              <a:t>LOGIN SCREEN</a:t>
            </a:r>
            <a:endParaRPr>
              <a:solidFill>
                <a:srgbClr val="980000"/>
              </a:solidFill>
            </a:endParaRPr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ct val="100000"/>
              <a:buChar char="●"/>
            </a:pPr>
            <a:r>
              <a:rPr lang="en-CA">
                <a:solidFill>
                  <a:srgbClr val="980000"/>
                </a:solidFill>
              </a:rPr>
              <a:t>REGISTER SCREEN</a:t>
            </a:r>
            <a:endParaRPr>
              <a:solidFill>
                <a:srgbClr val="980000"/>
              </a:solidFill>
            </a:endParaRPr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ct val="100000"/>
              <a:buChar char="●"/>
            </a:pPr>
            <a:r>
              <a:rPr lang="en-CA">
                <a:solidFill>
                  <a:srgbClr val="980000"/>
                </a:solidFill>
              </a:rPr>
              <a:t>HOME PAGE</a:t>
            </a:r>
            <a:endParaRPr>
              <a:solidFill>
                <a:srgbClr val="980000"/>
              </a:solidFill>
            </a:endParaRPr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ct val="100000"/>
              <a:buChar char="●"/>
            </a:pPr>
            <a:r>
              <a:rPr lang="en-CA">
                <a:solidFill>
                  <a:srgbClr val="980000"/>
                </a:solidFill>
              </a:rPr>
              <a:t>FRUITS</a:t>
            </a:r>
            <a:endParaRPr>
              <a:solidFill>
                <a:srgbClr val="980000"/>
              </a:solidFill>
            </a:endParaRPr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ct val="100000"/>
              <a:buChar char="●"/>
            </a:pPr>
            <a:r>
              <a:rPr lang="en-CA">
                <a:solidFill>
                  <a:srgbClr val="980000"/>
                </a:solidFill>
              </a:rPr>
              <a:t>VEGETABLES</a:t>
            </a:r>
            <a:endParaRPr>
              <a:solidFill>
                <a:srgbClr val="980000"/>
              </a:solidFill>
            </a:endParaRPr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ct val="100000"/>
              <a:buChar char="●"/>
            </a:pPr>
            <a:r>
              <a:rPr lang="en-CA">
                <a:solidFill>
                  <a:srgbClr val="980000"/>
                </a:solidFill>
              </a:rPr>
              <a:t>MEAT</a:t>
            </a:r>
            <a:endParaRPr>
              <a:solidFill>
                <a:srgbClr val="980000"/>
              </a:solidFill>
            </a:endParaRPr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ct val="100000"/>
              <a:buChar char="●"/>
            </a:pPr>
            <a:r>
              <a:rPr lang="en-CA">
                <a:solidFill>
                  <a:srgbClr val="980000"/>
                </a:solidFill>
              </a:rPr>
              <a:t>DAIRY</a:t>
            </a:r>
            <a:endParaRPr>
              <a:solidFill>
                <a:srgbClr val="980000"/>
              </a:solidFill>
            </a:endParaRPr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ct val="100000"/>
              <a:buChar char="●"/>
            </a:pPr>
            <a:r>
              <a:rPr lang="en-CA">
                <a:solidFill>
                  <a:srgbClr val="980000"/>
                </a:solidFill>
              </a:rPr>
              <a:t>DESSERTS</a:t>
            </a:r>
            <a:endParaRPr>
              <a:solidFill>
                <a:srgbClr val="980000"/>
              </a:solidFill>
            </a:endParaRPr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ct val="100000"/>
              <a:buChar char="●"/>
            </a:pPr>
            <a:r>
              <a:rPr lang="en-CA">
                <a:solidFill>
                  <a:srgbClr val="980000"/>
                </a:solidFill>
              </a:rPr>
              <a:t>SNACKS</a:t>
            </a:r>
            <a:endParaRPr>
              <a:solidFill>
                <a:srgbClr val="980000"/>
              </a:solidFill>
            </a:endParaRPr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ct val="100000"/>
              <a:buChar char="●"/>
            </a:pPr>
            <a:r>
              <a:rPr lang="en-CA">
                <a:solidFill>
                  <a:srgbClr val="980000"/>
                </a:solidFill>
              </a:rPr>
              <a:t>ALCOHOL</a:t>
            </a:r>
            <a:endParaRPr>
              <a:solidFill>
                <a:srgbClr val="980000"/>
              </a:solidFill>
            </a:endParaRPr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ct val="100000"/>
              <a:buChar char="●"/>
            </a:pPr>
            <a:r>
              <a:rPr lang="en-CA">
                <a:solidFill>
                  <a:srgbClr val="980000"/>
                </a:solidFill>
              </a:rPr>
              <a:t>TOILETRIES</a:t>
            </a:r>
            <a:endParaRPr>
              <a:solidFill>
                <a:srgbClr val="980000"/>
              </a:solidFill>
            </a:endParaRPr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ct val="100000"/>
              <a:buChar char="●"/>
            </a:pPr>
            <a:r>
              <a:rPr lang="en-CA">
                <a:solidFill>
                  <a:srgbClr val="980000"/>
                </a:solidFill>
              </a:rPr>
              <a:t>CLOTHING</a:t>
            </a:r>
            <a:endParaRPr>
              <a:solidFill>
                <a:srgbClr val="980000"/>
              </a:solidFill>
            </a:endParaRPr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ct val="100000"/>
              <a:buChar char="●"/>
            </a:pPr>
            <a:r>
              <a:rPr lang="en-CA">
                <a:solidFill>
                  <a:srgbClr val="980000"/>
                </a:solidFill>
              </a:rPr>
              <a:t>MEDICINE</a:t>
            </a:r>
            <a:endParaRPr>
              <a:solidFill>
                <a:srgbClr val="980000"/>
              </a:solidFill>
            </a:endParaRPr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ct val="100000"/>
              <a:buChar char="●"/>
            </a:pPr>
            <a:r>
              <a:rPr lang="en-CA">
                <a:solidFill>
                  <a:srgbClr val="980000"/>
                </a:solidFill>
              </a:rPr>
              <a:t>CART PAGE (VIEW ITEMS IN CART)</a:t>
            </a:r>
            <a:endParaRPr>
              <a:solidFill>
                <a:srgbClr val="980000"/>
              </a:solidFill>
            </a:endParaRPr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ct val="100000"/>
              <a:buChar char="●"/>
            </a:pPr>
            <a:r>
              <a:rPr lang="en-CA">
                <a:solidFill>
                  <a:srgbClr val="980000"/>
                </a:solidFill>
              </a:rPr>
              <a:t>PAYMENT</a:t>
            </a:r>
            <a:endParaRPr>
              <a:solidFill>
                <a:srgbClr val="98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9900"/>
                </a:solidFill>
              </a:rPr>
              <a:t>Database</a:t>
            </a:r>
            <a:endParaRPr b="1">
              <a:solidFill>
                <a:srgbClr val="FF9900"/>
              </a:solidFill>
            </a:endParaRPr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800"/>
              <a:buChar char="●"/>
            </a:pPr>
            <a:r>
              <a:rPr lang="en-CA">
                <a:solidFill>
                  <a:srgbClr val="980000"/>
                </a:solidFill>
              </a:rPr>
              <a:t>Firestore</a:t>
            </a:r>
            <a:endParaRPr>
              <a:solidFill>
                <a:srgbClr val="98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800"/>
              <a:buChar char="●"/>
            </a:pPr>
            <a:r>
              <a:rPr lang="en-CA">
                <a:solidFill>
                  <a:srgbClr val="980000"/>
                </a:solidFill>
              </a:rPr>
              <a:t>Simple </a:t>
            </a:r>
            <a:r>
              <a:rPr lang="en-CA">
                <a:solidFill>
                  <a:srgbClr val="980000"/>
                </a:solidFill>
              </a:rPr>
              <a:t>Nosql database</a:t>
            </a:r>
            <a:endParaRPr>
              <a:solidFill>
                <a:srgbClr val="98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800"/>
              <a:buChar char="●"/>
            </a:pPr>
            <a:r>
              <a:rPr lang="en-CA">
                <a:solidFill>
                  <a:srgbClr val="980000"/>
                </a:solidFill>
              </a:rPr>
              <a:t>Easy management for users and products</a:t>
            </a:r>
            <a:endParaRPr>
              <a:solidFill>
                <a:srgbClr val="98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800"/>
              <a:buChar char="●"/>
            </a:pPr>
            <a:r>
              <a:rPr lang="en-CA">
                <a:solidFill>
                  <a:srgbClr val="980000"/>
                </a:solidFill>
              </a:rPr>
              <a:t>Versatile cloud database</a:t>
            </a:r>
            <a:r>
              <a:rPr lang="en-CA">
                <a:solidFill>
                  <a:srgbClr val="980000"/>
                </a:solidFill>
              </a:rPr>
              <a:t> </a:t>
            </a:r>
            <a:endParaRPr>
              <a:solidFill>
                <a:srgbClr val="98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>
                <a:solidFill>
                  <a:srgbClr val="FF9900"/>
                </a:solidFill>
              </a:rPr>
              <a:t>Github Repository</a:t>
            </a:r>
            <a:endParaRPr b="1">
              <a:solidFill>
                <a:srgbClr val="FF9900"/>
              </a:solidFill>
            </a:endParaRPr>
          </a:p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CA" u="sng">
                <a:solidFill>
                  <a:schemeClr val="hlink"/>
                </a:solidFill>
                <a:hlinkClick r:id="rId4"/>
              </a:rPr>
              <a:t>https://github.com/DPerrotta06/Supermarket-Mobile-App.git</a:t>
            </a:r>
            <a:r>
              <a:rPr lang="en-CA"/>
              <a:t>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