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ontserrat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  <p:embeddedFont>
      <p:font typeface="Poppi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11" Type="http://schemas.openxmlformats.org/officeDocument/2006/relationships/slide" Target="slides/slide6.xml"/><Relationship Id="rId22" Type="http://schemas.openxmlformats.org/officeDocument/2006/relationships/font" Target="fonts/Poppins-italic.fntdata"/><Relationship Id="rId10" Type="http://schemas.openxmlformats.org/officeDocument/2006/relationships/slide" Target="slides/slide5.xml"/><Relationship Id="rId21" Type="http://schemas.openxmlformats.org/officeDocument/2006/relationships/font" Target="fonts/Poppins-bold.fntdata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fe8f7c1b9_1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fe8f7c1b9_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fe8f7c1b9_1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fe8f7c1b9_1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fe8f7c1b9_1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fe8f7c1b9_1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fe8f7c1b9_1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fe8f7c1b9_1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fe8f7c1b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fe8f7c1b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CA">
                <a:latin typeface="Poppins"/>
                <a:ea typeface="Poppins"/>
                <a:cs typeface="Poppins"/>
                <a:sym typeface="Poppins"/>
              </a:rPr>
              <a:t>BALMART</a:t>
            </a:r>
            <a:endParaRPr b="1" i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4452950" y="3924925"/>
            <a:ext cx="44508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CA" sz="1500">
                <a:latin typeface="Poppins"/>
                <a:ea typeface="Poppins"/>
                <a:cs typeface="Poppins"/>
                <a:sym typeface="Poppins"/>
              </a:rPr>
              <a:t>BY: DANIEL PERROTTA &amp; NICHOLAS MARIJON</a:t>
            </a:r>
            <a:endParaRPr b="1" i="1" sz="15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CA">
                <a:latin typeface="Poppins"/>
                <a:ea typeface="Poppins"/>
                <a:cs typeface="Poppins"/>
                <a:sym typeface="Poppins"/>
              </a:rPr>
              <a:t>FEATURES DETERMINED VS FEATURES EXCLUDED</a:t>
            </a:r>
            <a:endParaRPr b="1" i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➢"/>
            </a:pPr>
            <a:r>
              <a:rPr lang="en-CA" sz="1400">
                <a:latin typeface="Poppins"/>
                <a:ea typeface="Poppins"/>
                <a:cs typeface="Poppins"/>
                <a:sym typeface="Poppins"/>
              </a:rPr>
              <a:t>Our priority was to make sure the core functionality worked correctly before adding extra features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Poppins"/>
              <a:buChar char="➢"/>
            </a:pPr>
            <a:r>
              <a:rPr lang="en-CA" sz="1400">
                <a:latin typeface="Poppins"/>
                <a:ea typeface="Poppins"/>
                <a:cs typeface="Poppins"/>
                <a:sym typeface="Poppins"/>
              </a:rPr>
              <a:t>Excluded Notifications Specifically due to it being a superfluous feature to our project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CA">
                <a:latin typeface="Poppins"/>
                <a:ea typeface="Poppins"/>
                <a:cs typeface="Poppins"/>
                <a:sym typeface="Poppins"/>
              </a:rPr>
              <a:t>WORK DIVISION</a:t>
            </a:r>
            <a:endParaRPr b="1" i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CA">
                <a:latin typeface="Poppins"/>
                <a:ea typeface="Poppins"/>
                <a:cs typeface="Poppins"/>
                <a:sym typeface="Poppins"/>
              </a:rPr>
              <a:t>NICHOLAS</a:t>
            </a:r>
            <a:endParaRPr b="1" i="1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Poppins"/>
              <a:buChar char="➢"/>
            </a:pPr>
            <a:r>
              <a:rPr lang="en-CA">
                <a:latin typeface="Poppins"/>
                <a:ea typeface="Poppins"/>
                <a:cs typeface="Poppins"/>
                <a:sym typeface="Poppins"/>
              </a:rPr>
              <a:t>Registration Page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➢"/>
            </a:pPr>
            <a:r>
              <a:rPr lang="en-CA">
                <a:latin typeface="Poppins"/>
                <a:ea typeface="Poppins"/>
                <a:cs typeface="Poppins"/>
                <a:sym typeface="Poppins"/>
              </a:rPr>
              <a:t>Home Page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➢"/>
            </a:pPr>
            <a:r>
              <a:rPr lang="en-CA">
                <a:latin typeface="Poppins"/>
                <a:ea typeface="Poppins"/>
                <a:cs typeface="Poppins"/>
                <a:sym typeface="Poppins"/>
              </a:rPr>
              <a:t>Category Page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➢"/>
            </a:pPr>
            <a:r>
              <a:rPr lang="en-CA">
                <a:latin typeface="Poppins"/>
                <a:ea typeface="Poppins"/>
                <a:cs typeface="Poppins"/>
                <a:sym typeface="Poppins"/>
              </a:rPr>
              <a:t>About Us &amp; Contact Info Page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➢"/>
            </a:pPr>
            <a:r>
              <a:rPr lang="en-CA">
                <a:latin typeface="Poppins"/>
                <a:ea typeface="Poppins"/>
                <a:cs typeface="Poppins"/>
                <a:sym typeface="Poppins"/>
              </a:rPr>
              <a:t>Shopping Cart Page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➢"/>
            </a:pPr>
            <a:r>
              <a:rPr lang="en-CA">
                <a:latin typeface="Poppins"/>
                <a:ea typeface="Poppins"/>
                <a:cs typeface="Poppins"/>
                <a:sym typeface="Poppins"/>
              </a:rPr>
              <a:t>Internationalization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8" name="Google Shape;148;p1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CA">
                <a:latin typeface="Poppins"/>
                <a:ea typeface="Poppins"/>
                <a:cs typeface="Poppins"/>
                <a:sym typeface="Poppins"/>
              </a:rPr>
              <a:t>DANIEL</a:t>
            </a:r>
            <a:endParaRPr b="1" i="1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Poppins"/>
              <a:buChar char="➢"/>
            </a:pPr>
            <a:r>
              <a:rPr lang="en-CA">
                <a:latin typeface="Poppins"/>
                <a:ea typeface="Poppins"/>
                <a:cs typeface="Poppins"/>
                <a:sym typeface="Poppins"/>
              </a:rPr>
              <a:t>APIs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➢"/>
            </a:pPr>
            <a:r>
              <a:rPr lang="en-CA">
                <a:latin typeface="Poppins"/>
                <a:ea typeface="Poppins"/>
                <a:cs typeface="Poppins"/>
                <a:sym typeface="Poppins"/>
              </a:rPr>
              <a:t>Splashscreen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➢"/>
            </a:pPr>
            <a:r>
              <a:rPr lang="en-CA">
                <a:latin typeface="Poppins"/>
                <a:ea typeface="Poppins"/>
                <a:cs typeface="Poppins"/>
                <a:sym typeface="Poppins"/>
              </a:rPr>
              <a:t>Login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➢"/>
            </a:pPr>
            <a:r>
              <a:rPr lang="en-CA">
                <a:latin typeface="Poppins"/>
                <a:ea typeface="Poppins"/>
                <a:cs typeface="Poppins"/>
                <a:sym typeface="Poppins"/>
              </a:rPr>
              <a:t>Items display list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➢"/>
            </a:pPr>
            <a:r>
              <a:rPr lang="en-CA">
                <a:latin typeface="Poppins"/>
                <a:ea typeface="Poppins"/>
                <a:cs typeface="Poppins"/>
                <a:sym typeface="Poppins"/>
              </a:rPr>
              <a:t>Payment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➢"/>
            </a:pPr>
            <a:r>
              <a:rPr lang="en-CA">
                <a:latin typeface="Poppins"/>
                <a:ea typeface="Poppins"/>
                <a:cs typeface="Poppins"/>
                <a:sym typeface="Poppins"/>
              </a:rPr>
              <a:t>2FA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➢"/>
            </a:pPr>
            <a:r>
              <a:rPr lang="en-CA">
                <a:latin typeface="Poppins"/>
                <a:ea typeface="Poppins"/>
                <a:cs typeface="Poppins"/>
                <a:sym typeface="Poppins"/>
              </a:rPr>
              <a:t>Password Reset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CA">
                <a:latin typeface="Poppins"/>
                <a:ea typeface="Poppins"/>
                <a:cs typeface="Poppins"/>
                <a:sym typeface="Poppins"/>
              </a:rPr>
              <a:t>CHALLENGES &amp; EASY ASPECTS</a:t>
            </a:r>
            <a:endParaRPr b="1" i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p16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CA">
                <a:latin typeface="Poppins"/>
                <a:ea typeface="Poppins"/>
                <a:cs typeface="Poppins"/>
                <a:sym typeface="Poppins"/>
              </a:rPr>
              <a:t>CHALLENGES</a:t>
            </a:r>
            <a:endParaRPr b="1" i="1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Poppins"/>
              <a:buChar char="➢"/>
            </a:pPr>
            <a:r>
              <a:rPr lang="en-CA">
                <a:latin typeface="Poppins"/>
                <a:ea typeface="Poppins"/>
                <a:cs typeface="Poppins"/>
                <a:sym typeface="Poppins"/>
              </a:rPr>
              <a:t>Firebase Issues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Poppins"/>
              <a:buChar char="○"/>
            </a:pPr>
            <a:r>
              <a:rPr lang="en-CA">
                <a:latin typeface="Poppins"/>
                <a:ea typeface="Poppins"/>
                <a:cs typeface="Poppins"/>
                <a:sym typeface="Poppins"/>
              </a:rPr>
              <a:t>Had issues with quantity attribute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Poppins"/>
              <a:buChar char="○"/>
            </a:pPr>
            <a:r>
              <a:rPr lang="en-CA">
                <a:latin typeface="Poppins"/>
                <a:ea typeface="Poppins"/>
                <a:cs typeface="Poppins"/>
                <a:sym typeface="Poppins"/>
              </a:rPr>
              <a:t>Had issues with reading data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Poppins"/>
              <a:buChar char="➢"/>
            </a:pPr>
            <a:r>
              <a:rPr lang="en-CA">
                <a:latin typeface="Poppins"/>
                <a:ea typeface="Poppins"/>
                <a:cs typeface="Poppins"/>
                <a:sym typeface="Poppins"/>
              </a:rPr>
              <a:t>Searching Location &amp; Using Current Location In Payments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5" name="Google Shape;155;p16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CA">
                <a:latin typeface="Poppins"/>
                <a:ea typeface="Poppins"/>
                <a:cs typeface="Poppins"/>
                <a:sym typeface="Poppins"/>
              </a:rPr>
              <a:t>EASY ASPECTS</a:t>
            </a:r>
            <a:endParaRPr b="1" i="1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Poppins"/>
              <a:buChar char="➢"/>
            </a:pPr>
            <a:r>
              <a:rPr lang="en-CA">
                <a:latin typeface="Poppins"/>
                <a:ea typeface="Poppins"/>
                <a:cs typeface="Poppins"/>
                <a:sym typeface="Poppins"/>
              </a:rPr>
              <a:t>Localization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Poppins"/>
              <a:buChar char="➢"/>
            </a:pPr>
            <a:r>
              <a:rPr lang="en-CA">
                <a:latin typeface="Poppins"/>
                <a:ea typeface="Poppins"/>
                <a:cs typeface="Poppins"/>
                <a:sym typeface="Poppins"/>
              </a:rPr>
              <a:t>Using APIs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CA">
                <a:latin typeface="Poppins"/>
                <a:ea typeface="Poppins"/>
                <a:cs typeface="Poppins"/>
                <a:sym typeface="Poppins"/>
              </a:rPr>
              <a:t>FUTURE IMPLEMENTATIONS</a:t>
            </a:r>
            <a:endParaRPr b="1" i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➢"/>
            </a:pPr>
            <a:r>
              <a:rPr lang="en-CA">
                <a:latin typeface="Poppins"/>
                <a:ea typeface="Poppins"/>
                <a:cs typeface="Poppins"/>
                <a:sym typeface="Poppins"/>
              </a:rPr>
              <a:t>Allow more languages to be used in the app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➢"/>
            </a:pPr>
            <a:r>
              <a:rPr lang="en-CA">
                <a:latin typeface="Poppins"/>
                <a:ea typeface="Poppins"/>
                <a:cs typeface="Poppins"/>
                <a:sym typeface="Poppins"/>
              </a:rPr>
              <a:t>When app closes and re-opened, allow customer to still be logged in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CA">
                <a:latin typeface="Poppins"/>
                <a:ea typeface="Poppins"/>
                <a:cs typeface="Poppins"/>
                <a:sym typeface="Poppins"/>
              </a:rPr>
              <a:t>GITHUB &amp; LEARNING EXPERIENCES</a:t>
            </a:r>
            <a:endParaRPr b="1" i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7" name="Google Shape;167;p18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CA">
                <a:latin typeface="Poppins"/>
                <a:ea typeface="Poppins"/>
                <a:cs typeface="Poppins"/>
                <a:sym typeface="Poppins"/>
              </a:rPr>
              <a:t>GITHUB</a:t>
            </a:r>
            <a:endParaRPr b="1" i="1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Poppins"/>
              <a:buChar char="➢"/>
            </a:pPr>
            <a:r>
              <a:rPr lang="en-CA">
                <a:latin typeface="Poppins"/>
                <a:ea typeface="Poppins"/>
                <a:cs typeface="Poppins"/>
                <a:sym typeface="Poppins"/>
              </a:rPr>
              <a:t>Github was used with 3 branches (Dev, Nicholas, Daniel)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➢"/>
            </a:pPr>
            <a:r>
              <a:rPr lang="en-CA">
                <a:latin typeface="Poppins"/>
                <a:ea typeface="Poppins"/>
                <a:cs typeface="Poppins"/>
                <a:sym typeface="Poppins"/>
              </a:rPr>
              <a:t>No Git Conflicts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8" name="Google Shape;168;p18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CA">
                <a:latin typeface="Poppins"/>
                <a:ea typeface="Poppins"/>
                <a:cs typeface="Poppins"/>
                <a:sym typeface="Poppins"/>
              </a:rPr>
              <a:t>LEARNING EXPERIENCES</a:t>
            </a:r>
            <a:endParaRPr b="1" i="1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Poppins"/>
              <a:buChar char="➢"/>
            </a:pPr>
            <a:r>
              <a:rPr lang="en-CA">
                <a:latin typeface="Poppins"/>
                <a:ea typeface="Poppins"/>
                <a:cs typeface="Poppins"/>
                <a:sym typeface="Poppins"/>
              </a:rPr>
              <a:t>Learned how to implement APIs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➢"/>
            </a:pPr>
            <a:r>
              <a:rPr lang="en-CA">
                <a:latin typeface="Poppins"/>
                <a:ea typeface="Poppins"/>
                <a:cs typeface="Poppins"/>
                <a:sym typeface="Poppins"/>
              </a:rPr>
              <a:t>Learned how to implement Localization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➢"/>
            </a:pPr>
            <a:r>
              <a:rPr lang="en-CA">
                <a:latin typeface="Poppins"/>
                <a:ea typeface="Poppins"/>
                <a:cs typeface="Poppins"/>
                <a:sym typeface="Poppins"/>
              </a:rPr>
              <a:t>Learned how to implement Authentication in Firebase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➢"/>
            </a:pPr>
            <a:r>
              <a:rPr lang="en-CA">
                <a:latin typeface="Poppins"/>
                <a:ea typeface="Poppins"/>
                <a:cs typeface="Poppins"/>
                <a:sym typeface="Poppins"/>
              </a:rPr>
              <a:t>Learned how to change icon of app</a:t>
            </a:r>
            <a:endParaRPr/>
          </a:p>
        </p:txBody>
      </p:sp>
    </p:spTree>
  </p:cSld>
  <p:clrMapOvr>
    <a:masterClrMapping/>
  </p:clrMapOvr>
  <p:transition spd="med">
    <p:push dir="r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